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535" autoAdjust="0"/>
  </p:normalViewPr>
  <p:slideViewPr>
    <p:cSldViewPr snapToGrid="0" snapToObjects="1">
      <p:cViewPr varScale="1">
        <p:scale>
          <a:sx n="80" d="100"/>
          <a:sy n="80" d="100"/>
        </p:scale>
        <p:origin x="89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29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INVADERS, REVISITED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INVADERS (1978)  vs  SPACE INVADERS EXTREME (2008)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Dilan Mian  ·  Retro Game Dev. / Topics in Digital Media  ·  Ontario Tech University  ·  Winter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04288"/>
            <a:ext cx="2560320" cy="19202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304288"/>
            <a:ext cx="182880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2611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 , Atari 2600 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669280" y="4626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, Nintendo 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82880" y="1645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GAMES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4069080" cy="385876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256032" y="877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INVADERS (1978)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8"/>
            <a:ext cx="329184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3730752"/>
            <a:ext cx="388620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Tomohiro Nishikado  ·  Publisher: Taito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Arcade (Atari 2600 port shown)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Intel 8080 @ 2 MHz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81728" y="822960"/>
            <a:ext cx="4297680" cy="385876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4773168" y="877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INVADERS EXTREME (2008)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207008"/>
            <a:ext cx="3291840" cy="2468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3730752"/>
            <a:ext cx="411480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Developer/Publisher: Taito / Square Enix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Nintendo DS (shown) &amp; PSP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Zuntata in-house sound team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Nishikado, shmuplations.com (2000)  ·  Square Enix press release, June 17, 2008  ·  KHInsider, AUDIO CLUSTER liner notes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82880" y="1645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 &amp; AUDIO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841248"/>
            <a:ext cx="274320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2944368"/>
            <a:ext cx="2743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increase: never programmed.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8080 renders faster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fewer sprites on screen.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(Tom's Hardware, 2025)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90672" y="841248"/>
            <a:ext cx="0" cy="329184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3200400" y="841248"/>
            <a:ext cx="5760720" cy="138988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3328416" y="8961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1978 - EMERGENT DIFFICULTY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28416" y="1188720"/>
            <a:ext cx="5486400" cy="9875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speed-up is a CPU artefact, not code. Fewer aliens = less rendering load = faster loop. The four-note audio loop tempo is mechanically coupled to alien count: it accelerates as the game does, functioning as a real-time threat readout.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322576"/>
            <a:ext cx="5760720" cy="138988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3328416" y="2377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2008 - AUTHORED DIFFICULTY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28416" y="2670048"/>
            <a:ext cx="5486400" cy="9875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structured stages with boss encounters. Fever Mode and the ×10 Break multiplier let skilled players partially choose their own difficulty. Zuntata soundtrack: audio is reward and spectacle, not a game-state readout.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4592" y="4160520"/>
            <a:ext cx="8814816" cy="65836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274320" y="4215384"/>
            <a:ext cx="8595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Any remake that retains the 1978 audio aesthetic while disconnecting it from the mechanical loop produces nostalgia, not design fidelity.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ComputerArcheology.com  ·  Tom's Hardware (2025)  ·  Nishikado, One Million Power interview  ·  Schartmann, Bloomsbury (2015)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55CC"/>
          </a:solidFill>
          <a:ln w="127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82880" y="1645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22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FORMATION &amp; HUD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841248"/>
            <a:ext cx="237744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" y="26700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11×5 grid, 55 aliens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pts total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841248"/>
            <a:ext cx="1554480" cy="196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34640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formations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2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DS screens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540618"/>
              </p:ext>
            </p:extLst>
          </p:nvPr>
        </p:nvGraphicFramePr>
        <p:xfrm>
          <a:off x="4617720" y="841248"/>
          <a:ext cx="4361688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C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1978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55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11×5 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per wave (varies by level)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C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(destructible)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+ lives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Dual-screen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shot on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fire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Bunker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Colour-chain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164592" y="3291840"/>
            <a:ext cx="8814816" cy="93268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6"/>
          <p:cNvSpPr/>
          <p:nvPr/>
        </p:nvSpPr>
        <p:spPr>
          <a:xfrm>
            <a:off x="274320" y="3346704"/>
            <a:ext cx="91440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BUNKERS: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234440" y="3346704"/>
            <a:ext cx="7635240" cy="7863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original's bunkers are the player's only spatial resource, a sub-game of cover management. Extreme removed them because colour-chain tracking requires an unobstructed field, and the dual-screen HUD leaves no cognitive room for bunker geometry. Both systems are correct. They are incompatible.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9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ComputerArcheology.com  ·  shmups.wiki  ·  Table Salt Games DS review (2008)  ·  GameSpot PSP review (2008)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82880" y="1645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LANGUAGE &amp;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841248"/>
            <a:ext cx="2194560" cy="1645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41248"/>
            <a:ext cx="1417320" cy="19019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0" y="841248"/>
            <a:ext cx="4864608" cy="786384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4224528" y="896112"/>
            <a:ext cx="4645152" cy="6766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1978: Restraint by constraint. Monochrome sprites, cellophane overlays, 224×256 CRT. Every visible element is directly actionable. (MoMA collection, 2013)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114800" y="1700784"/>
            <a:ext cx="4864608" cy="786384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6"/>
          <p:cNvSpPr/>
          <p:nvPr/>
        </p:nvSpPr>
        <p:spPr>
          <a:xfrm>
            <a:off x="4224528" y="1755648"/>
            <a:ext cx="4645152" cy="6766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2008: Maximalism as counter-statement. Neon palette + particle effects celebrate 30 years of hardware capability. Classic sprites retained, context transformed.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4308309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8"/>
          <p:cNvSpPr/>
          <p:nvPr/>
        </p:nvSpPr>
        <p:spPr>
          <a:xfrm>
            <a:off x="164592" y="2724912"/>
            <a:ext cx="4224528" cy="1517904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9"/>
          <p:cNvSpPr/>
          <p:nvPr/>
        </p:nvSpPr>
        <p:spPr>
          <a:xfrm>
            <a:off x="274320" y="27249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FINDING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3035808"/>
            <a:ext cx="4005072" cy="11521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Nishikado did not choose simplicity, his hardware gave it to him. What he chose was to trust the emergent complexity that simplicity produced. The speed-up was never designed to create tension. It creates tension anyway.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53712" y="2670048"/>
            <a:ext cx="4425696" cy="157276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466344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FINDING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3035808"/>
            <a:ext cx="4206240" cy="11521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1978 tempo-linked loop is irreplaceable in any remake that seeks to preserve its function, the function depends on the relationship between sound and hardware state. Extreme performs a different role: reward, not readout.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MoMA collection 701.2013  ·  Nishikado, shmuplations.com (2000)  ·  Schartmann, Bloomsbury (2015)  ·  Nintendo Life (2020)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9144000" cy="164592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329184"/>
            <a:ext cx="9144000" cy="164592"/>
          </a:xfrm>
          <a:prstGeom prst="rect">
            <a:avLst/>
          </a:prstGeom>
          <a:solidFill>
            <a:srgbClr val="2255CC"/>
          </a:solidFill>
          <a:ln w="127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82880" y="603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 &amp; 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87782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64592" y="1280160"/>
            <a:ext cx="4206240" cy="2688336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RE-LAYOUT STUDY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0934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annotated draw.io mockups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4005072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BASELINE: Arcade-accurate 11×5 grid. Point-value gradient (10→30 pts) annotated. Bunker positions and UFO lane mapped.</a:t>
            </a:r>
            <a:endParaRPr lang="en-US" sz="1050" dirty="0"/>
          </a:p>
          <a:p>
            <a:pPr marL="0" indent="0" algn="l">
              <a:lnSpc>
                <a:spcPct val="135000"/>
              </a:lnSpc>
              <a:buNone/>
            </a:pPr>
            <a:endParaRPr lang="en-US" sz="10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HYBRID: Extreme's colour-class logic on the original's fixed grid. Creates strategic tension between descent control and power-up farming.</a:t>
            </a:r>
            <a:endParaRPr lang="en-US" sz="1050" dirty="0"/>
          </a:p>
          <a:p>
            <a:pPr marL="0" indent="0" algn="l">
              <a:lnSpc>
                <a:spcPct val="135000"/>
              </a:lnSpc>
              <a:buNone/>
            </a:pPr>
            <a:endParaRPr lang="en-US" sz="10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RHYTHM-AWARE: 55 aliens split into 4 clusters = 4 notes. A design fiction exploring authored vs. emergent audio coupling.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407408" cy="129844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681728" y="133502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1978 ≠ SIMPLE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1728" y="1645920"/>
            <a:ext cx="418795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emergently complex. Every tension arose from simple rules, not designed escalation.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2670048"/>
            <a:ext cx="4407408" cy="1298448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2255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681728" y="272491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 ≠ COMPLEX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81728" y="3035808"/>
            <a:ext cx="418795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explicitly authored. Both casual and expert play are supported simultaneously through the same mechanics.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4592" y="4059936"/>
            <a:ext cx="8814816" cy="804672"/>
          </a:xfrm>
          <a:prstGeom prst="rect">
            <a:avLst/>
          </a:prstGeom>
          <a:solidFill>
            <a:srgbClr val="000000">
              <a:alpha val="60000"/>
            </a:srgbClr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859536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DESIGN LESSON: Constraints are not the enemy of design, they are often its engine.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analysis: Invaders, Revisited , Comparative Study Report, Mian (2026)  ·  Ontario Tech University, Winter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761</Words>
  <Application>Microsoft Office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Invaders, Revisited</dc:title>
  <dc:subject>PptxGenJS Presentation</dc:subject>
  <dc:creator>Dilan Mian</dc:creator>
  <cp:lastModifiedBy>Dilan Mian</cp:lastModifiedBy>
  <cp:revision>6</cp:revision>
  <dcterms:created xsi:type="dcterms:W3CDTF">2026-04-11T20:51:32Z</dcterms:created>
  <dcterms:modified xsi:type="dcterms:W3CDTF">2026-04-15T03:00:21Z</dcterms:modified>
</cp:coreProperties>
</file>